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we will give the first ten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509 invariants   |   331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Free for the first ten. Here is the price.</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we ask instead of money</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The first ten will find that out on their own data, in public,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against 65.2%</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30% have one, 3.2% tell</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US college-educated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83% of those who told say it helped</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same study</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331</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331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2026-09-05T19:17:08Z</dcterms:created>
  <dcterms:modified xsi:type="dcterms:W3CDTF">2026-09-05T19:17:08Z</dcterms:modified>
</cp:coreProperties>
</file>