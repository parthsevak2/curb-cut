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roughly three in ten people at work,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say everyone is equal. In a market, everyone is a transaction. 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we will give the first ten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1.3bn</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16% of the world</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significant disability</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WHO,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27%</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Canadians 15+</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one or more disabilities</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Statistics Canada, 2022</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2025</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US white-collar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broad federal definition</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Coqual</a:t>
            </a:r>
            <a:endParaRPr lang="en-US" sz="950" dirty="0"/>
          </a:p>
        </p:txBody>
      </p:sp>
      <p:sp>
        <p:nvSpPr>
          <p:cNvPr id="24" name="Text 22"/>
          <p:cNvSpPr txBox="1"/>
          <p:nvPr/>
        </p:nvSpPr>
        <p:spPr>
          <a:xfrm>
            <a:off x="777240" y="4343400"/>
            <a:ext cx="10698480" cy="4572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They disagree because they count different things. WHO measures significant disability. The national definitions are broader.</a:t>
            </a:r>
            <a:endParaRPr lang="en-US" sz="140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who.int  |  statcan.gc.ca Canadian Survey on Disability 2022  |  bls.gov Current Population Survey, about 60,000 households monthly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user buys nothing. That's deliberate.</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17" name="Text 15"/>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18" name="Text 16"/>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19" name="Text 17"/>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0" name="Text 18"/>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1" name="Text 19"/>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2" name="Text 20"/>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3" name="Text 21"/>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4" name="Text 22"/>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gap isn't a spending gap. It's a process gap, which is cheaper to close and harder to sell, because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One of them is deliberately empty.</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Telemetry that would let an employer read a conversation is surveillance with a dashboard. This one measures the system and protects the person.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contain no inference at all. The cheapest system is the one that doesn't ask a model a question it already knows the answer to.</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alphabet leaves out O 0 I 1 S 5, the characters people confuse on a cracked screen or read aloud. An accessibility decision inside a cryptographic one.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Each one now has a check that fails the build if it ever comes back.</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An incomplete isn't a pass. Reporting it as one would have been the easiest lie in the submission.</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check that lies to you is worse than no check. So --selftest breaks four of them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137 Apex   |   508 invariants   |   333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Slack app has never met a real workspace.</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Apex behind it is live and verified. The handshake isn't.</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system that claims a perfect score against its own adversarial suite is telling you about its suite, not its agent.</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assumed disclosure first.</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start from a diagnosis field. Building one without it meant building something new, and nobody had.</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Free for the first ten. Here is the price.</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No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we ask instead of money</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The first ten will find that out on their own data, in public,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against 65.2%</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30% have one, 3.2% tell</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US college-educated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83% of those who told say it helped</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same study</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124</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333</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Nothing in this deck is asserted from memory. Every figure was read from the deployed org, or from the run that produced it.</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137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333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2026-09-05T17:08:18Z</dcterms:created>
  <dcterms:modified xsi:type="dcterms:W3CDTF">2026-09-05T17:08:18Z</dcterms:modified>
</cp:coreProperties>
</file>