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will not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 not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 not ask a model a question it already knows the answer to.</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 not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cannot inspect media. So it could not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cannot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 not a pass. Reporting it as one would have been the easiest lie in the submission.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 not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 not.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   494 invariants   |   333 accessibility   |   131 Sa11y   |   28 contrast   |   16 reading level   |   all passing, every build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 not happened, and why that is over.</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 not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cannot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 not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 not asking for a case study or a logo. Those five things are what actually makes an accommodation arrive, and an organisation unwilling to do them would not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 not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494</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494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2026-09-04T19:29:16Z</dcterms:created>
  <dcterms:modified xsi:type="dcterms:W3CDTF">2026-09-04T19:29:16Z</dcterms:modified>
</cp:coreProperties>
</file>