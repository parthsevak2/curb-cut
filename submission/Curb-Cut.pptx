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60857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51713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54456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512 invariants   |   331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331</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331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2026-09-05T21:24:49Z</dcterms:created>
  <dcterms:modified xsi:type="dcterms:W3CDTF">2026-09-05T21:24:49Z</dcterms:modified>
</cp:coreProperties>
</file>