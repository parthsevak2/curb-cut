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subtitle slowly. The thesis is that the form is the barrier, not the disability.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61% is of the 1,425 employers who gave cost figures, not all 5,406 respondents.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villain of the story. Sit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what is hard, never why. Options come back sourced with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manager with legitimate access to an encrypted field can still read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four seconds on this in the video. No music.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live: set on web, queried over SMS, revoked from Slack.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delivery ledger records that we tried, never what was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submissions hide their failures. This one is built on surfacing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single green run would have been misleading to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57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CURB CUT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B57F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Accommodation without disclosure.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776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for requesting a workplace accommodation is itself an accessibility barrier.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5943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Agentforce for Good  ·  Dreamforce 2026  ·  Builder Track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 THE GAP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works for five out of six who try.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461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100 have a disability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21488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9E3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</a:t>
            </a:r>
            <a:endParaRPr lang="en-US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32461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their employer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21488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64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32461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those, better supported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189720" y="21488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6400" dirty="0"/>
          </a:p>
        </p:txBody>
      </p:sp>
      <p:sp>
        <p:nvSpPr>
          <p:cNvPr id="11" name="Text 9"/>
          <p:cNvSpPr txBox="1"/>
          <p:nvPr/>
        </p:nvSpPr>
        <p:spPr>
          <a:xfrm>
            <a:off x="9189720" y="32461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cost the employer nothing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709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Almost nobody tries. That is not a population weighing costs and benefits — that is a door nobody can get through.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6035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Coqual, Disabilities and Inclusion  ·  JAN employer survey through 2024, n=1,425 who priced an accommodation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 WHY NOBODY ASKS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 box.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852160" cy="2286000"/>
          </a:xfrm>
          <a:prstGeom prst="rect">
            <a:avLst/>
          </a:prstGeom>
          <a:solidFill>
            <a:srgbClr val="FAFAF7"/>
          </a:solidFill>
          <a:ln w="12700">
            <a:solidFill>
              <a:srgbClr val="C9C9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2402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of disability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" y="2651760"/>
            <a:ext cx="512064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9E362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47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21031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policy.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its words.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 work login.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sentence about your own body —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somebody who will still be your manager on Monday.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8463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 was never the barrier. The willingness was never the barrier. The asking was.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 WHAT IT IS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whose principal is the worker.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2423160" cy="1463040"/>
          </a:xfrm>
          <a:prstGeom prst="roundRect">
            <a:avLst>
              <a:gd name="adj" fmla="val 3750"/>
            </a:avLst>
          </a:prstGeom>
          <a:solidFill>
            <a:srgbClr val="FAFAF7"/>
          </a:solidFill>
          <a:ln w="12700">
            <a:solidFill>
              <a:srgbClr val="C9C9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87752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anonymous, no login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4720" y="1965960"/>
            <a:ext cx="2423160" cy="1463040"/>
          </a:xfrm>
          <a:prstGeom prst="roundRect">
            <a:avLst>
              <a:gd name="adj" fmla="val 3750"/>
            </a:avLst>
          </a:prstGeom>
          <a:solidFill>
            <a:srgbClr val="FAFAF7"/>
          </a:solidFill>
          <a:ln w="12700">
            <a:solidFill>
              <a:srgbClr val="C9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21488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587752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registration needed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965960"/>
            <a:ext cx="2423160" cy="1463040"/>
          </a:xfrm>
          <a:prstGeom prst="roundRect">
            <a:avLst>
              <a:gd name="adj" fmla="val 3750"/>
            </a:avLst>
          </a:prstGeom>
          <a:solidFill>
            <a:srgbClr val="FAFAF7"/>
          </a:solidFill>
          <a:ln w="12700">
            <a:solidFill>
              <a:srgbClr val="C9C9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1488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587752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answers, never sends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52560" y="1965960"/>
            <a:ext cx="2423160" cy="1463040"/>
          </a:xfrm>
          <a:prstGeom prst="roundRect">
            <a:avLst>
              <a:gd name="adj" fmla="val 3750"/>
            </a:avLst>
          </a:prstGeom>
          <a:solidFill>
            <a:srgbClr val="FAFAF7"/>
          </a:solidFill>
          <a:ln w="12700">
            <a:solidFill>
              <a:srgbClr val="C9C9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440" y="21488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Slack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2587752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only, says where you are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703320"/>
            <a:ext cx="2423160" cy="1463040"/>
          </a:xfrm>
          <a:prstGeom prst="roundRect">
            <a:avLst>
              <a:gd name="adj" fmla="val 3750"/>
            </a:avLst>
          </a:prstGeom>
          <a:solidFill>
            <a:srgbClr val="FAFAF7"/>
          </a:solidFill>
          <a:ln w="12700">
            <a:solidFill>
              <a:srgbClr val="C9C9C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886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325112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assistant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474720" y="3703320"/>
            <a:ext cx="2423160" cy="1463040"/>
          </a:xfrm>
          <a:prstGeom prst="roundRect">
            <a:avLst>
              <a:gd name="adj" fmla="val 3750"/>
            </a:avLst>
          </a:prstGeom>
          <a:solidFill>
            <a:srgbClr val="FAFAF7"/>
          </a:solidFill>
          <a:ln w="12700">
            <a:solidFill>
              <a:srgbClr val="C9C9C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0" y="3886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4325112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side of the desk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840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Apex router behind all of them, so OFF cannot mean one thing on a phone and another in an inbox.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 RESPONSIBLE AI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field for a diagnosis.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encrypted. Not permission-restricted. Absent.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66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719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Functional_Description__c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719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Inbound_Modality__c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719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Interpreter_Needed__c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719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Anonymous__c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3317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ABSENT — AND ENFORCED ABSENT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2697480"/>
            <a:ext cx="5303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Diagnosis__c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Condition__c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Disability_Type__c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Medical_Note__c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Severity__c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Prognosis__c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074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matches across 61 fields in 9 objects. A build fails if anyone adds one.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6235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47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defends against outsiders. Absence defends against the organisation holding the data — which is the actual adversary.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  THE REFUSAL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0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asks the console for a diagnosis.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“No. And not because of a permission setting.”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743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field for a diagnosis, condition, disability type, medical note, severity or prognosis anywhere in this system. Nobody holds that, including the person who built it, and the person you are helping was never asked.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343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B57F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manager who asks you gets the same answer, and you can tell them it came from the system rather than from you.”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669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refusal protects the person answering, too.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§6  CONSENT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Withdrawal, from a service that cannot identify you.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66928" cy="566928"/>
          </a:xfrm>
          <a:prstGeom prst="ellipse">
            <a:avLst/>
          </a:prstGeom>
          <a:solidFill>
            <a:srgbClr val="B57F1E"/>
          </a:solidFill>
          <a:ln w="12700">
            <a:solidFill>
              <a:srgbClr val="B57F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1284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346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on the web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9184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47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need captions on every call”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20440" y="2103120"/>
            <a:ext cx="566928" cy="566928"/>
          </a:xfrm>
          <a:prstGeom prst="ellipse">
            <a:avLst/>
          </a:prstGeom>
          <a:solidFill>
            <a:srgbClr val="B57F1E"/>
          </a:solidFill>
          <a:ln w="12700">
            <a:solidFill>
              <a:srgbClr val="B57F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221284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8346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six characters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329184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47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once — we keep only a hash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55080" y="2103120"/>
            <a:ext cx="566928" cy="566928"/>
          </a:xfrm>
          <a:prstGeom prst="ellipse">
            <a:avLst/>
          </a:prstGeom>
          <a:solidFill>
            <a:srgbClr val="B57F1E"/>
          </a:solidFill>
          <a:ln w="12700">
            <a:solidFill>
              <a:srgbClr val="B57F1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221284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8346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Send OFF + code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329184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47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text, email, Slack, anywhere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189720" y="2103120"/>
            <a:ext cx="566928" cy="566928"/>
          </a:xfrm>
          <a:prstGeom prst="ellipse">
            <a:avLst/>
          </a:prstGeom>
          <a:solidFill>
            <a:srgbClr val="B57F1E"/>
          </a:solidFill>
          <a:ln w="12700">
            <a:solidFill>
              <a:srgbClr val="B57F1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221284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28346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Revoked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189720" y="329184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47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immediately, no reason asked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5720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spent code and a wrong code return the same answer — confirming a code exists would let somebody test whether a stranger’s disclosure is still live.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3949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alphabet omits O 0 I 1 S 5 — the characters people confuse reading off a cracked screen, at low vision, or aloud. An accessibility decision inside a cryptographic one.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§7  OBSERVABILITY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verified.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489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invariants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20116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tests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0116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276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checks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4747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contrast, both themes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34747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reading-level checks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4747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21/23</a:t>
            </a:r>
            <a:endParaRPr lang="en-US" sz="42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adversarial, 3 runs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auditors fail the build. One fails if an error message blames the person reading it. One fails if our own copy promises a word the system does not answer.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§8  WHAT WE FOUND IN OURSELVES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we shipped that were wrong.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659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3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 did nothing.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069080" y="1965960"/>
            <a:ext cx="7406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control words were printed in our copy and routed nowhere. The word that withdraws a disclosure returned “I do not have good information on that” — and the sharing stayed on.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37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3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privacy policy was false.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069080" y="3337560"/>
            <a:ext cx="7406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said a volunteered condition “is not written to any record.” It was stored verbatim. Now stripped before the insert, with the claim rewritten to state its limit.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709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3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Silence read as success.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069080" y="4709160"/>
            <a:ext cx="7406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adversarial scorer exited 0 with every assertion inconclusive. It printed “silence must never read as success” and then did exactly that.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6035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one now has an invariant that fails the build if it comes back.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§9  ERROR RATE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of 23. Three runs. Same score every time.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65960"/>
            <a:ext cx="5760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assertion fails on every run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 not reliably say out loud that it discarded a volunteered condition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failure alternates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build, same prompts, different answers, run to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766560" y="1965960"/>
            <a:ext cx="4709160" cy="2194560"/>
          </a:xfrm>
          <a:prstGeom prst="roundRect">
            <a:avLst>
              <a:gd name="adj" fmla="val 2500"/>
            </a:avLst>
          </a:prstGeom>
          <a:solidFill>
            <a:srgbClr val="FAFAF7"/>
          </a:solidFill>
          <a:ln w="19050">
            <a:solidFill>
              <a:srgbClr val="2C66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0" y="21945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6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is deterministic, it is 100%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040880" y="269748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channels that compose their reply in Apex — web, text, email, Slack — say it every single time, pinned by a test that exercises all four.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572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“Good” looks like 23 of 23 with zero variance across five runs. Getting there means moving anything safety-critical out of the model’s narration and into code that runs whether or not it remembers.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  ENVIRONMENTAL DESIGN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of six doors never call a model.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65960"/>
            <a:ext cx="10607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is a deterministic Apex stemmer — no embeddings, no vector store, no RAG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control phrases resolve before any inference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email, Slack and external callers compose their reply in Apex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is a compiled regex, not a moderation model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runs zero inference — all six auditors are static Python and Node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sessions expire after 30 minutes; no context kept alive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892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a rule matters, put it in code. A model asked to remember a rule burns energy every time it is asked — and still forgets.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47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measurements prove it: the sentence the agent forgets half the time is the one Apex now says every time, for free.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§11  OPEN, NOT HIDDEN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still wrong.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20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screen-reader user has tested this.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074920" y="19202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47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accessibility claim here is machine-verified, which is not the same thing. One session with somebody who uses one daily is worth more than the next five features.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9992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agent’s narration is nondeterministic.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074920" y="2999232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47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rewrites what an action returns rather than relaying it. Three fixes did not move it.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07822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messaging is not carrier-registered.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074920" y="4078224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47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A2P 10DLC gates SMS from a ten-digit number. Voice on the same number needs none and works today.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15721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Slack app has never met a real workspace.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5074920" y="5157216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47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Apex behind it is live and verified; the handshake is not.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5943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system that claims a perfect score against its own adversarial suite is telling you about its suite, not its agent.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737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in 100.</a:t>
            </a:r>
            <a:endParaRPr lang="en-US" sz="5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97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9E3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tell.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319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accommodation was nearly always going to be free, and nearly always going to be yes.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7091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B57F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that was ever in the way was the asking.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orgfarm-7a04c62cb9.my.salesforce-sites.com/curbcut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Curb Cut</dc:title>
  <dc:subject>PptxGenJS Presentation</dc:subject>
  <dc:creator>Parth Sevak</dc:creator>
  <cp:lastModifiedBy>Parth Sevak</cp:lastModifiedBy>
  <cp:revision>1</cp:revision>
  <dcterms:created xsi:type="dcterms:W3CDTF">2026-09-02T15:41:32Z</dcterms:created>
  <dcterms:modified xsi:type="dcterms:W3CDTF">2026-09-02T15:41:32Z</dcterms:modified>
</cp:coreProperties>
</file>