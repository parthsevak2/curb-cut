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second line slowly. The thesis is that the form is the barrier, not the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rush this slide. Everything after it is about Maya.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four seconds here in the video. No music under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live: set on the web, queried over SMS, revoked from Slack.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submissions hide their failures. This one is built on surfacing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9659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CURB CUT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12724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57F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Accommodation without disclosure.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85876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for asking is itself the barrier.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943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Agentforce for Good  |  Dreamforce 2026  |  Builder Track  |  Abilityforce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things, in order.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74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7F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person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1911096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this is for, and why they never ask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260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7F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9260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962656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Statistics Canada, US BLS, and one study that measures the gap directly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977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7F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4014216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made, and the three rules it will not break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029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7F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5029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part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5065776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got wrong, what still fails, and what we measured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this deck is verifiable against a deployed org. Commands are on the last slide.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945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B57F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person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of the numbers, somebody at a desk.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THE PERSON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Maya is six weeks into a contract.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6583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100"/>
              </a:spcAft>
              <a:buNone/>
            </a:pPr>
            <a:r>
              <a:rPr lang="en-US" sz="155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hands have been bad for a month.</a:t>
            </a:r>
            <a:endParaRPr lang="en-US" sz="15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has no work email and no staff login, because contractors do not get one.</a:t>
            </a:r>
            <a:endParaRPr lang="en-US" sz="15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accommodation she needs is a different keyboard. It costs about sixty dollars.</a:t>
            </a:r>
            <a:endParaRPr lang="en-US" sz="15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ask for it she must find a policy she has never seen, learn its words, and write a sentence about her own body for an agency she has known for six weeks.</a:t>
            </a:r>
            <a:endParaRPr lang="en-US" sz="15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5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she does not ask. She works shorter days and hopes it settles.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680960" y="182880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FAFAF7"/>
          </a:solidFill>
          <a:ln w="22860">
            <a:solidFill>
              <a:srgbClr val="9E36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73568" y="2103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of disability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73568" y="2542032"/>
            <a:ext cx="3200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73568" y="3108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73568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box between Maya and a sixty dollar keyboard.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3492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is not unusual. She is the median case.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945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B57F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sources. They narrow rather than contradict.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THE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people, and by whose count.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7452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1.3bn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334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 of the world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358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disability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WHO, 2022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6334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Canadians 15+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0358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more disabilities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Statistics Canada, 2022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7452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22.8%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6334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employed, vs 65.2%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0358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people with a disability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 BLS, 2025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0" y="187452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6334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 white-collar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30358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federal definition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05256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Coqual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160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disagree because they count different things. WHO measures significant disability, the national definitions are broader.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gap is the argument, not a flaw in it. The wider the definition, the more people find they are counted, and the more of them have never told anyone at work.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1447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who.int  |  statcan.gc.ca CSD 2022  |  bls.gov Current Population Survey, ~60,000 households monthly  |  coqual.org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THE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common unmet need costs nothing.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373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asked employed Canadians with disabilities what accommodation they needed and whether they got it.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1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16.3%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work hours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23134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66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costs nothing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529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1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11.6%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or different duties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2880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66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costs nothing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41985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1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10.9%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4198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from home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4472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66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costs nothing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9867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1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10.7%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39867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or ergonomic workstation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401421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one-time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55371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1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10.3%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455371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chair or back support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45811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52560" y="2240280"/>
            <a:ext cx="2423160" cy="2743200"/>
          </a:xfrm>
          <a:prstGeom prst="roundRect">
            <a:avLst>
              <a:gd name="adj" fmla="val 2264"/>
            </a:avLst>
          </a:prstGeom>
          <a:solidFill>
            <a:srgbClr val="FAFAF7"/>
          </a:solidFill>
          <a:ln w="25400">
            <a:solidFill>
              <a:srgbClr val="B57F1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81160" y="2514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35.4%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3200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employed Canadians with disabilities have an UNMET accommodation need.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3492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five are in our library. The top three require somebody to say yes, and nothing else.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1447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Statistics Canada, Canadian Survey on Disability 2022  |  Job Accommodation Network: 61% of accommodations priced cost the employer nothing, n=1,425 of 5,406 respondents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945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B57F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1148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whose principal is the worker, not the employer.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Maya does instead.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502920" cy="502920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745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says what is hard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317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cannot type for long." Never why. That distinction is the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02920" cy="502920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196596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18745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gets real options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23317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28 row sourced library, with what each costs an employer.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3566160"/>
            <a:ext cx="502920" cy="502920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576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66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reads a draft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233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 her words, and it will not send until she clearly says yes.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3566160"/>
            <a:ext cx="502920" cy="502920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6576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3566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keeps a code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40233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she can withdraw it later from any channel, on a service holding no account for her.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account. No login. No diagnosis, because there is nowhere in the system to put one.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  |  RESPONSIBLE AI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field for a diagnosis.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459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encrypted. Not permission-restricted. Absent.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66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517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719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Functional_Description__c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719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Inbound_Modality__c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719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Interpreter_Needed__c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719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Anonymous__c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286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ABSENT, AND ENFORCED ABSENT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651760"/>
            <a:ext cx="5303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Diagnosis__c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Condition__c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Disability_Type__c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Medical_Note__c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Severity__c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Prognosis__c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029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matches across 61 fields in 9 objects. A build fails if anyone adds one.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486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defends against outsiders. Absence defends against the organisation holding the data, which is the actual adversary. A manager with legitimate access to an encrypted field can still read it.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  |  THE REFUSAL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60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is asked for a diagnosis by their own manager.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45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"No. And not because of a permission setting."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97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field for a diagnosis, condition, disability type, medical note, severity or prognosis anywhere in this system. Nobody holds that, including the person who built it, and the person you are helping was never asked.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976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B57F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manager who asks you gets the same answer, and you can tell them it came from the system rather than from you."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refusal protects the person answering, too. That clause took longest to get right.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  |  CONSENT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Withdrawal, from a service that cannot identify you.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48640" cy="548640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71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on the web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46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need captions on every call"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720" y="2057400"/>
            <a:ext cx="548640" cy="548640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21671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788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six characters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246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once, we keep only a hash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2057400"/>
            <a:ext cx="548640" cy="548640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21671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788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Send OFF plus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246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text, email, Slack, anywhere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52560" y="2057400"/>
            <a:ext cx="548640" cy="548640"/>
          </a:xfrm>
          <a:prstGeom prst="ellipse">
            <a:avLst/>
          </a:prstGeom>
          <a:solidFill>
            <a:srgbClr val="B57F1E"/>
          </a:solidFill>
          <a:ln w="12700">
            <a:solidFill>
              <a:srgbClr val="B57F1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52560" y="21671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2788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Revoked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052560" y="3246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immediately, no reason asked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434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spent code and a wrong code return the same answer. Confirming a code exists would let somebody test whether a stranger’s disclosure is still live.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20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alphabet omits O 0 I 1 S 5, the characters people confuse reading off a cracked screen, at low vision, or aloud. An accessibility decision inside a cryptographic one.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945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B57F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154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part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got wrong, and what still fails.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THE HONEST PART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we shipped that were wrong.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 did nothing.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069080" y="1920240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control words were printed in our copy and routed nowhere. The word that withdraws a disclosure returned "I do not have good information on that", and the sharing stayed on.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291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privacy policy was false.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3291840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said a volunteered condition "is not written to any record". It was stored verbatim. Now stripped before the insert, with the claim rewritten to state its limit.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663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Silence read as success.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069080" y="4663440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adversarial scorer exited zero with every assertion inconclusive. It printed "silence must never read as success" and then did exactly that.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one now has a check that fails the build if it comes back.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THE HONEST PART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of 23. Three runs. Same score every time.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74520"/>
            <a:ext cx="5760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assertion fails on every run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 not reliably say out loud that it discarded a volunteered condition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failure alternates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build, same prompts, different answers, run to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766560" y="1874520"/>
            <a:ext cx="4709160" cy="2194560"/>
          </a:xfrm>
          <a:prstGeom prst="roundRect">
            <a:avLst>
              <a:gd name="adj" fmla="val 2500"/>
            </a:avLst>
          </a:prstGeom>
          <a:solidFill>
            <a:srgbClr val="FAFAF7"/>
          </a:solidFill>
          <a:ln w="19050">
            <a:solidFill>
              <a:srgbClr val="2C66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0" y="2103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6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is deterministic, it is 100%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040880" y="260604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channels that compose their reply in Apex, web, text, email and Slack, say it every single time. Pinned by a test that exercises all four.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343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"Good" is 23 of 23 with zero variance across five runs. Getting there means moving anything safety critical out of the model’s narration and into code that runs whether or not it remembers.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3492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E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124 Apex tests  |  491 structural invariants  |  333 accessibility checks  |  28 contrast  |  16 reading level  |  all passing, every build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THE HONEST PART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still wrong.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screen-reader user has tested this.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074920" y="19202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accessibility claim is machine or browser verified, which is not the same as a person using it. One session with somebody who uses one daily is worth more than the next five features.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99923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agent’s narration is nondeterministic.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74920" y="2999232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rewrites what an action returns rather than relaying it. Three separate fixes did not move it.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07822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messaging is not carrier registered.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074920" y="4078224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A2P 10DLC gates SMS from a ten digit number. Voice on the same number needs none and works today.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15721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Slack app has never met a real workspace.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5157216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Apex behind it is live and verified. The handshake is not.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5943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that claims a perfect score against its own adversarial suite is telling you about its suite, not its agent.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783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Maya still needs a keyboard.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D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costs about sixty dollars. Her agency would almost certainly say yes.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6118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B57F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that was ever in the way was the asking.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 anything in this deck: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0749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D2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tests/invariants.py            491 checks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D2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 apex run test -l RunLocalTests       124 tests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D2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tests/a11y_audit.py            333 checks, live pages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orgfarm-7a04c62cb9.my.salesforce-sites.com/curbcut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Curb Cut</dc:title>
  <dc:subject>PptxGenJS Presentation</dc:subject>
  <dc:creator>Parth Sevak</dc:creator>
  <cp:lastModifiedBy>Parth Sevak</cp:lastModifiedBy>
  <cp:revision>1</cp:revision>
  <dcterms:created xsi:type="dcterms:W3CDTF">2026-09-04T16:02:55Z</dcterms:created>
  <dcterms:modified xsi:type="dcterms:W3CDTF">2026-09-04T16:02:55Z</dcterms:modified>
</cp:coreProperties>
</file>