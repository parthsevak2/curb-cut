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isn't a spending gap. It's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Telemetry that would let an employer read a conversation is surveillance with a dashboard. This one measures the system and protects the person.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doesn't ask a model a question it already knows the answer to.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isn't a pass. Reporting it as one would have been the easiest lie in the submission.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508 invariants   |   333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2026-09-05T18:26:59Z</dcterms:created>
  <dcterms:modified xsi:type="dcterms:W3CDTF">2026-09-05T18:26:59Z</dcterms:modified>
</cp:coreProperties>
</file>