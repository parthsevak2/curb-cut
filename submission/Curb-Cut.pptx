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The programmes exist at 98% of large employers (2026 index); the telling has not moved.</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512 invariants   |   331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of employers have the programmes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 the disclosure gap persists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331</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331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2026-09-05T20:21:23Z</dcterms:created>
  <dcterms:modified xsi:type="dcterms:W3CDTF">2026-09-05T20:21:23Z</dcterms:modified>
</cp:coreProperties>
</file>