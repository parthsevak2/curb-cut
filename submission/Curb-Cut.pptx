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second line, then stop. Let the room have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once. Do not explain it. Move on. This is a real person, not 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sentence the standing preference exists for. Come back to it on slide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live: set on the web, queried over SMS, revoked from Slack.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seconds of silence here. No music underneath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on "They only have to be able to ask." Then stop.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01168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spc="1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CURB CUT</a:t>
            </a:r>
            <a:endParaRPr lang="en-US" sz="6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127248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C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Accommodation without disclosure.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822192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process for asking is itself the barrier.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989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Agentforce for Good  |  Dreamforce 2026  |  Builder Track  |  Abilityforce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C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515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wish we had a percent sick number on our forehead, so others could have something tangible to understand what we are going through.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participant, quoted in Ganesh and Lazar, "The Work of Workplace Disclosure",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Proceedings of the ACM on Human-Computer Interaction, 2021.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THAT SENTENCE IS ASKING FOR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way to be believed without having to prove it.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6400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not asking for sympathy.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asking for a way to communicate a fact about her body without spending herself doing it, to people who will not believe her without evidence she should not have to hand over.</a:t>
            </a:r>
            <a:endParaRPr lang="en-US" sz="16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percent sick number. What there is, in almost every workplace, is a form.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1828800"/>
            <a:ext cx="3794760" cy="2103120"/>
          </a:xfrm>
          <a:prstGeom prst="rect">
            <a:avLst/>
          </a:prstGeom>
          <a:solidFill>
            <a:srgbClr val="FAFAF7"/>
          </a:solidFill>
          <a:ln w="25400">
            <a:solidFill>
              <a:srgbClr val="9E362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0" y="2103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Nature of disability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863840" y="2542032"/>
            <a:ext cx="3200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0" y="309067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E36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6634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form does not want to understand her. It wants a diagnosis, in writing, on the record, for somebody who will still be her manager on Monday.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AGENDA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things, in order.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18745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telling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911096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takes out of a person, in their own words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2608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926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2962656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WHO, Statistics Canada, US Bureau of Labor Statistics, and the study that measures the gap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9776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977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4014216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made, and the three rules it will not break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0292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50292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part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5065776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 wrong, what still fails, and what we measured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943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figure in this deck is verifiable against a deployed org. The commands are on the last slide.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telling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280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dirty="0">
                <a:solidFill>
                  <a:srgbClr val="C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515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...having to sit down and explain it six times a day to twenty different people adds to that exhaustion.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5074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participant, quoted in Ganesh and Lazar, "The Work of Workplace Disclosure",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Proceedings of the ACM on Human-Computer Interaction, 2021.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THE COST OF TELLING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Telling is not one conversation.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new manager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114800" y="19019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explanation again from nothing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346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new team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4114800" y="286207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to be taught what the condition means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794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meeting host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114800" y="382219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the same request, said the same way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548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time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114800" y="478231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risks being believed a little less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7607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Researchers call this the educational labour of disclosure. It falls entirely on the person who is already tired.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619963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Ganesh and Lazar, Proceedings of the ACM on Human-Computer Interaction, 2021. Eight participants with invisible chronic conditions.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sources. They narrow rather than contradict.</a:t>
            </a:r>
            <a:endParaRPr lang="en-US" sz="1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THE EVIDENCE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people, and by whose count.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1.3bn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70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16% of the world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0723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disability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621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WHO, 2022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20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27%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2670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Canadians 15+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30723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or more disabilities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621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Statistics Canada, 2022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920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22.8%</a:t>
            </a:r>
            <a:endParaRPr lang="en-US" sz="3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2670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employed, against 65.2%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30723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people with a disability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621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 BLS, 2025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006840" y="1920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33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67004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US white-collar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006840" y="3072384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federal definition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621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Coqual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206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disagree because they count different things. WHO measures significant disability. The national definitions are broader.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754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gap is the argument, not a flaw in it. The wider the definition, the more people find they are counted, and the more of them have never told anyone at work.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19963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who.int  |  statcan.gc.ca Canadian Survey on Disability 2022  |  bls.gov Current Population Survey, about 60,000 households monthly  |  coqual.org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THE EVIDENCE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most common unmet need costs nothing.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91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Canada asked employed Canadians with disabilities what accommodation they needed, and whether they got it.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16.3%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1874520" y="224028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work hours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22677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8892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11.6%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278892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or different duties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6675120" y="2816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3375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10.9%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874520" y="333756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from home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675120" y="336499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costs nothing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8862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10.7%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874520" y="388620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or ergonomic workstation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391363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one-time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434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61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10.3%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874520" y="4434840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chair or back support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446227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one-time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006840" y="2194560"/>
            <a:ext cx="2377440" cy="2651760"/>
          </a:xfrm>
          <a:prstGeom prst="roundRect">
            <a:avLst>
              <a:gd name="adj" fmla="val 2308"/>
            </a:avLst>
          </a:prstGeom>
          <a:solidFill>
            <a:srgbClr val="FAFAF7"/>
          </a:solidFill>
          <a:ln w="25400">
            <a:solidFill>
              <a:srgbClr val="C08A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246888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35.4%</a:t>
            </a:r>
            <a:endParaRPr lang="en-US" sz="31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31272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employed Canadians with disabilities have an UNMET accommodation need.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52120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five are in our library. The top three need somebody to say yes, and nothing else.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619963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Statistics Canada, Canadian Survey on Disability 2022. Job Accommodation Network: 61% of accommodations priced cost the employer nothing, n=1,425 of 5,406 respondents.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1605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whose principal is the worker, not the employer.</a:t>
            </a:r>
            <a:endParaRPr lang="en-US" sz="1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Said once, instead of six times a day.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91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4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"...having to sit down and explain it six times a day to twenty different people."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530352" cy="530352"/>
          </a:xfrm>
          <a:prstGeom prst="ellipse">
            <a:avLst/>
          </a:prstGeom>
          <a:solidFill>
            <a:srgbClr val="C08A24"/>
          </a:solidFill>
          <a:ln w="12700">
            <a:solidFill>
              <a:srgbClr val="C08A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478024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writes it once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5661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her own words, not a category from a dropdown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20440" y="2377440"/>
            <a:ext cx="530352" cy="530352"/>
          </a:xfrm>
          <a:prstGeom prst="ellipse">
            <a:avLst/>
          </a:prstGeom>
          <a:solidFill>
            <a:srgbClr val="C08A24"/>
          </a:solidFill>
          <a:ln w="12700">
            <a:solidFill>
              <a:srgbClr val="C08A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478024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chooses who sees it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35661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manager only, or meeting hosts, or her team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63640" y="2377440"/>
            <a:ext cx="530352" cy="530352"/>
          </a:xfrm>
          <a:prstGeom prst="ellipse">
            <a:avLst/>
          </a:prstGeom>
          <a:solidFill>
            <a:srgbClr val="C08A24"/>
          </a:solidFill>
          <a:ln w="12700">
            <a:solidFill>
              <a:srgbClr val="C08A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63640" y="2478024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gets six characters</a:t>
            </a:r>
            <a:endParaRPr lang="en-US" sz="155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35661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once, because we hold no account for her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06840" y="2377440"/>
            <a:ext cx="530352" cy="530352"/>
          </a:xfrm>
          <a:prstGeom prst="ellipse">
            <a:avLst/>
          </a:prstGeom>
          <a:solidFill>
            <a:srgbClr val="C08A24"/>
          </a:solidFill>
          <a:ln w="12700">
            <a:solidFill>
              <a:srgbClr val="C08A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006840" y="2478024"/>
            <a:ext cx="5303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006840" y="30632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She can take it back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9006840" y="356616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any channel, immediately, no reason asked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48006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spent code and a wrong code return the same answer, so nobody can use this to test whether a stranger’s disclosure is still live.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440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alphabet leaves out O 0 I 1 S 5, the characters people confuse reading off a cracked screen or aloud. An accessibility decision inside a cryptographic one.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RESPONSIBLE AI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field for a diagnosis.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45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encrypted. Not permission-restricted. Absent.</a:t>
            </a:r>
            <a:endParaRPr lang="en-US" sz="16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2C66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33472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214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Functional_Description__c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214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Inbound_Modality__c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214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Interpreter_Needed__c</a:t>
            </a:r>
            <a:endParaRPr lang="en-US" sz="125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1214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Anonymous__c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2860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ABSENT, AND ENFORCED ABSENT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2633472"/>
            <a:ext cx="51206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Diagnosis__c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Condition__c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Disability_Type__c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Medical_Note__c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Severity__c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strike="sngStrike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Prognosis__c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9834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matches across 61 fields in 9 objects. A build fails if anyone adds one.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44068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defends against outsiders. Absence defends against the organisation holding the data, which is the actual adversary here. A manager with legitimate access to an encrypted field can still read it.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THE BUILD  |  THE REFUSAL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AA0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manager asks the system what is wrong with her.</a:t>
            </a:r>
            <a:endParaRPr lang="en-US" sz="155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002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"No. And not because of a permission setting."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6517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field for a diagnosis, condition, disability type, medical note, severity or prognosis anywhere in this system. Nobody holds that, including the person who built it, and the person you are helping was never asked.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519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i="1" dirty="0">
                <a:solidFill>
                  <a:srgbClr val="C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manager who asks you gets the same answer, and you can tell them it came from the system rather than from you."</a:t>
            </a:r>
            <a:endParaRPr lang="en-US" sz="18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refusal protects the person answering, too. That clause took longest to get right.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228600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C08A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part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got wrong, and what still fails.</a:t>
            </a:r>
            <a:endParaRPr lang="en-US" sz="16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9E36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we shipped that were wrong.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 did nothing.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4160520" y="192024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control words were printed in our copy and routed nowhere. The word that withdraws a disclosure returned "I do not have good information on that", and the sharing stayed on.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32918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privacy policy was false.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329184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said a volunteered condition "is not written to any record". It was stored word for word. Now stripped before the insert, with the claim rewritten to state its limit.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66344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E36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Silence read as success.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4160520" y="4663440"/>
            <a:ext cx="7223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adversarial scorer exited zero with every assertion inconclusive. It printed "silence must never read as success" and then did exactly that.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943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one now has a check that fails the build if it comes back.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of 23. Three runs. Same score every time.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assertion fails on every run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does not reliably say out loud that it discarded a volunteered condition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failure alternates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build, same prompts, different answers, run to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74520"/>
            <a:ext cx="4617720" cy="2194560"/>
          </a:xfrm>
          <a:prstGeom prst="roundRect">
            <a:avLst>
              <a:gd name="adj" fmla="val 2500"/>
            </a:avLst>
          </a:prstGeom>
          <a:solidFill>
            <a:srgbClr val="FAFAF7"/>
          </a:solidFill>
          <a:ln w="19050">
            <a:solidFill>
              <a:srgbClr val="2C665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022592" y="21031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66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is deterministic, it is 100%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022592" y="260604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2141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channels that compose their reply in Apex, web, text, email and Slack, say it every single time. Pinned by a test that exercises all four.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3434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"Good" is 23 of 23 with zero variance across five runs. Getting there means moving anything safety critical out of the model’s narration and into code that runs whether or not it remembers.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5349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4E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124 Apex tests  |  491 structural invariants  |  333 accessibility checks  |  28 contrast  |  16 reading level  |  all passing, every build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FEF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0233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70" kern="0" dirty="0">
                <a:solidFill>
                  <a:srgbClr val="7479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THE HONEST PART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3152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still wrong.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screen-reader user has tested this.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1920240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accessibility claim is machine or browser verified, which is not the same as a person using it. One session with somebody who uses one daily is worth more than the next five features.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999232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agent’s narration is nondeterministic.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999232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rewrites what an action returns rather than relaying it. Three separate fixes did not move it.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078224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messaging is not carrier registered.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4078224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A2P 10DLC gates SMS from a ten digit number. Voice on the same number needs none and works today.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515721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4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Slack app has never met a real workspace.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5157216"/>
            <a:ext cx="6309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Apex behind it is live and verified. The handshake is not.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A611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claims a perfect score against its own adversarial suite is telling you about its suite, not its agent.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2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73736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still no percent sick number.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7432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does not need to be. Nobody has to prove anything to get a chair that does not hurt, or an hour moved, or captions turned on.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8862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08A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only have to be able to ask.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892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 anything in this deck: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19379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tests/invariants.py          491 checks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D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sf apex run test -l RunLocalTests     124 tests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6D8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tests/a11y_audit.py          333 checks, against the live pages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217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orgfarm-7a04c62cb9.my.salesforce-sites.com/curbcut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Curb Cut</dc:title>
  <dc:subject>PptxGenJS Presentation</dc:subject>
  <dc:creator>Parth Sevak</dc:creator>
  <cp:lastModifiedBy>Parth Sevak</cp:lastModifiedBy>
  <cp:revision>1</cp:revision>
  <dcterms:created xsi:type="dcterms:W3CDTF">2026-09-04T16:14:15Z</dcterms:created>
  <dcterms:modified xsi:type="dcterms:W3CDTF">2026-09-04T16:14:15Z</dcterms:modified>
</cp:coreProperties>
</file>